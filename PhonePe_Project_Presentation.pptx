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6" r:id="rId9"/>
    <p:sldId id="261" r:id="rId10"/>
    <p:sldId id="267" r:id="rId11"/>
    <p:sldId id="262" r:id="rId12"/>
    <p:sldId id="268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PhonePe</a:t>
            </a:r>
            <a:r>
              <a:rPr dirty="0"/>
              <a:t> Data Analysis</a:t>
            </a:r>
            <a:br>
              <a:rPr lang="en-IN" dirty="0"/>
            </a:br>
            <a:r>
              <a:rPr lang="en-IN" sz="2400" dirty="0"/>
              <a:t>- Michael Antony J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Insights | Data-Driven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Dynamics</a:t>
            </a:r>
          </a:p>
          <a:p>
            <a:r>
              <a:t>Device Dominance</a:t>
            </a:r>
          </a:p>
          <a:p>
            <a:r>
              <a:t>State-wise Analysis</a:t>
            </a:r>
          </a:p>
          <a:p>
            <a:r>
              <a:t>User Registration Trends</a:t>
            </a:r>
          </a:p>
          <a:p>
            <a:r>
              <a:t>Insurance Analysis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growth in transactions (2018–2024)</a:t>
            </a:r>
          </a:p>
          <a:p>
            <a:r>
              <a:t>Increase in both count and amount</a:t>
            </a:r>
          </a:p>
          <a:p>
            <a:r>
              <a:t>Growth accelerated post-2020</a:t>
            </a:r>
          </a:p>
          <a:p>
            <a:r>
              <a:t>Q4 shows highest activity</a:t>
            </a:r>
          </a:p>
          <a:p>
            <a:r>
              <a:t>Focus: Infrastructure, seasonal campaigns, premium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00156B-F2D0-892D-EF59-738D16065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814" y="185057"/>
            <a:ext cx="7239000" cy="3080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40DE21-C121-4E07-035A-E5B775D4B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14" y="3592286"/>
            <a:ext cx="7239000" cy="311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81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Dominance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Xiaomi leads (~26%), followed by Samsung and Vivo</a:t>
            </a:r>
          </a:p>
          <a:p>
            <a:r>
              <a:t>Market dominated by top 3–4 brands</a:t>
            </a:r>
          </a:p>
          <a:p>
            <a:r>
              <a:t>Mid-range brands have moderate share</a:t>
            </a:r>
          </a:p>
          <a:p>
            <a:r>
              <a:t>Premium brands have lower share</a:t>
            </a:r>
          </a:p>
          <a:p>
            <a:r>
              <a:t>Focus: Partnerships, optimization, targeted expansion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9CD9C6-A030-F067-9E62-4E0D88404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34635"/>
            <a:ext cx="8229600" cy="423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State-wise Transaction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Maharashtra &amp; Karnataka show highest transaction activity</a:t>
            </a:r>
          </a:p>
          <a:p>
            <a:r>
              <a:t>Telangana leads in transaction value</a:t>
            </a:r>
          </a:p>
          <a:p>
            <a:r>
              <a:t>Moderate levels in UP, Rajasthan, Andhra Pradesh</a:t>
            </a:r>
          </a:p>
          <a:p>
            <a:r>
              <a:t>Lower levels in some states</a:t>
            </a:r>
          </a:p>
          <a:p>
            <a:r>
              <a:t>Focus: Regional strategies and expansion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49A750-66BF-777E-3616-A06AB03AB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527" y="1166018"/>
            <a:ext cx="814294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7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Registration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Consistent growth in registered users (2018–2024)</a:t>
            </a:r>
          </a:p>
          <a:p>
            <a:r>
              <a:t>App opens increasing steadily</a:t>
            </a:r>
          </a:p>
          <a:p>
            <a:r>
              <a:t>Top states: Maharashtra, UP, Karnataka</a:t>
            </a:r>
          </a:p>
          <a:p>
            <a:r>
              <a:t>Growth and engagement rising together</a:t>
            </a:r>
          </a:p>
          <a:p>
            <a:r>
              <a:t>Focus: Retention, acquisition, scalability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50C740-CFBA-0F34-540A-772AB07C0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37331"/>
            <a:ext cx="8229600" cy="428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50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Insurance transactions increasing (2020–2024)</a:t>
            </a:r>
          </a:p>
          <a:p>
            <a:r>
              <a:t>Karnataka &amp; Maharashtra lead</a:t>
            </a:r>
          </a:p>
          <a:p>
            <a:r>
              <a:t>Moderate contribution from other states</a:t>
            </a:r>
          </a:p>
          <a:p>
            <a:r>
              <a:t>Concentration in top regions</a:t>
            </a:r>
          </a:p>
          <a:p>
            <a:r>
              <a:t>Focus: Expansion and awareness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9082F-D3C0-50DA-476C-E1E9F01DD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2407"/>
            <a:ext cx="8229600" cy="409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7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payments are rapidly growing across India</a:t>
            </a:r>
          </a:p>
          <a:p>
            <a:r>
              <a:t>User base and engagement are increasing consistently</a:t>
            </a:r>
          </a:p>
          <a:p>
            <a:r>
              <a:t>Market is concentrated but expanding</a:t>
            </a:r>
          </a:p>
          <a:p>
            <a:r>
              <a:t>Opportunities exist in underpenetrated regions</a:t>
            </a:r>
          </a:p>
          <a:p>
            <a:r>
              <a:t>Data-driven strategies can drive future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220</Words>
  <Application>Microsoft Office PowerPoint</Application>
  <PresentationFormat>On-screen Show (4:3)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PhonePe Data Analysis - Michael Antony J</vt:lpstr>
      <vt:lpstr>Agenda</vt:lpstr>
      <vt:lpstr>Transaction Dynamics</vt:lpstr>
      <vt:lpstr>PowerPoint Presentation</vt:lpstr>
      <vt:lpstr>Device Dominance</vt:lpstr>
      <vt:lpstr>PowerPoint Presentation</vt:lpstr>
      <vt:lpstr>State-wise Transaction Analysis</vt:lpstr>
      <vt:lpstr>PowerPoint Presentation</vt:lpstr>
      <vt:lpstr>User Registration Analysis</vt:lpstr>
      <vt:lpstr>PowerPoint Presentation</vt:lpstr>
      <vt:lpstr>Insurance Analysis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ANTONY</cp:lastModifiedBy>
  <cp:revision>2</cp:revision>
  <dcterms:created xsi:type="dcterms:W3CDTF">2013-01-27T09:14:16Z</dcterms:created>
  <dcterms:modified xsi:type="dcterms:W3CDTF">2026-04-14T08:22:05Z</dcterms:modified>
  <cp:category/>
</cp:coreProperties>
</file>